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4754880" cy="411480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HEXAWARE MAVERICKS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PayTelemetry: In-Flight Fraud Intelligence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Real-Time Payment Stream Anomaly Scoring &amp; TreeSHAP Explainability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484632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TEAM: CHRONOFORGE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1. BALAJI M (Team Lead &amp; ML Architect)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2. DHARSHINI G S (Full-Stack &amp; Pipeline Engineer)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3. DAKSHANYA D (Backend &amp; Telemetry Engineer)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4. DEENA SHEK X (UI/UX &amp; SOC Analytics Engineer)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657600"/>
            <a:ext cx="502920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4ED8"/>
                </a:solidFill>
              </a:defRPr>
            </a:pPr>
            <a:r>
              <a:t>CORE MISSION &amp; CAPABILITY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Synchronous Sub-25ms Telemetry Pre-Check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Graduated Friction Policy (Eliminates False Block Churn)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100% Precision &amp; 99.87% Recall on 112k+ Real Records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Real-Time TreeSHAP Feature Attribution &amp; Investigator Console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Core Problem &amp; Industry Dilemma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Why Traditional Fraud Systems Fail in Modern Real-Time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Team Chronoforge | Hexaware Mavericks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LATENCY CRISIS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1. Latency vs Accuracy Bottleneck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Real-time UPI/card transactions settle in &lt;1.5 seconds.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Heavy asynchronous models process post-settlement (after fund loss).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Rule engines are fast (&lt;20ms) but rigid, causing 70%+ false positives.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REVENUE DESTRUCTION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2. The False Decline Penalty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Binary 'Block vs Allow' logic declines valid VIP customers.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E-commerce merchants lose up to 58x more revenue to false declines than actual fraud.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Customer churn after a false decline is over 33%.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INVESTIGATION OVERLOAD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3. The Black-Box SOC Deficit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Analysts receive alert scores with zero explainable attribution.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Investigating a single suspicious transaction takes 12-25 minutes.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Lack of graph network telemetry misses organized mule rings.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Our Solution: PayTelemetry Intelligence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Continuous In-Flight Telemetry, Synchronous ML Scoring, &amp; Graduated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Team Chronoforge | Hexaware Mavericks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4ED8"/>
                </a:solidFill>
              </a:defRPr>
            </a:pPr>
            <a:r>
              <a:t>⚡ Sub-25ms Synchronous Pre-Check</a:t>
            </a:r>
          </a:p>
          <a:p/>
          <a:p>
            <a:pPr>
              <a:defRPr sz="1150">
                <a:solidFill>
                  <a:srgbClr val="1E293B"/>
                </a:solidFill>
              </a:defRPr>
            </a:pPr>
            <a:r>
              <a:t>Extracts 10 continuous telemetry dimensions (amount multiple, velocity burst, device novelty, location jump, counterparty risk) before settlement.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🎯 Graduated Friction Policy</a:t>
            </a:r>
          </a:p>
          <a:p/>
          <a:p>
            <a:pPr>
              <a:defRPr sz="1150">
                <a:solidFill>
                  <a:srgbClr val="1E293B"/>
                </a:solidFill>
              </a:defRPr>
            </a:pPr>
            <a:r>
              <a:t>Replaces binary blocking with 5 friction tiers: None (0-30), Banner Warning (31-50), Confirm Modal (51-70), Biometric Step-Up (71-85), Critical Block (86-100).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🧬 Exact TreeSHAP Explainability</a:t>
            </a:r>
          </a:p>
          <a:p/>
          <a:p>
            <a:pPr>
              <a:defRPr sz="1150">
                <a:solidFill>
                  <a:srgbClr val="1E293B"/>
                </a:solidFill>
              </a:defRPr>
            </a:pPr>
            <a:r>
              <a:t>Computes exact Shapley marginal feature attributions for every in-flight transaction, generating instant natural-language audit narratives.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🛡️ SOC Investigator Command Center</a:t>
            </a:r>
          </a:p>
          <a:p/>
          <a:p>
            <a:pPr>
              <a:defRPr sz="1150">
                <a:solidFill>
                  <a:srgbClr val="1E293B"/>
                </a:solidFill>
              </a:defRPr>
            </a:pPr>
            <a:r>
              <a:t>Live event stream (&lt;15ms latency), Kanban triage workflow, multi-hop entity graph viewer, and one-click scenario simulation engine.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What We Innovated: Engineering Breakthroughs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Moving Beyond Generic Classifiers into High-Speed Telemetry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Team Chronoforge | Hexaware Mavericks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t>1. Multi-Vector Balanced XGBoost Architecture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Trained on 112k+ real transaction records with sub-feature regularization (colsample=0.65, L1/L2 penalties) to prevent account-drain bias and capture complex multi-anomaly interactions (10x-20x baseline spikes, velocity bursts, novel hardware, off-hour routing).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t>2. Real-Time TreeSHAP in Ingestion Hot-Path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Eliminated black-box ML opacity by integrating high-speed TreeSHAP explainer directly into the synchronous request-response gateway, returning exact mathematical attribution waterfall factors in under 25ms.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t>3. Graduated Friction Engine (Dynamic Risk-Adaptive UX)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Pioneered adaptive UX intervention: Instead of terminating suspicious transactions, the engine introduces graduated friction (In-App Confirmations, Biometric Challenges) to protect legitimate users while stopping automated attacks.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10698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t>4. Autonomous Auto-Flow Scenario Generator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Built an in-memory background streaming engine capable of simulating 10,000+ txns/min with on-demand synthetic injection of 5 real-world attack vectors (Mule Rings, Impossible Travel, Device Takeovers, Velocity Bursts, Card Probes).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How We Are Unique: Competitive Matrix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Comparison Against Standard Hackathon &amp; Commercial Fraud Detection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Team Chronoforge | Hexaware Mavericks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651760"/>
                <a:gridCol w="2651760"/>
                <a:gridCol w="2834640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 /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Legacy Rule Systems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Generic ML Hackathon Projects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PayTelemetry (Chronoforge)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Intervention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Binary Block / Allow (High Churn)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Binary Block /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D4ED8"/>
                          </a:solidFill>
                        </a:defRPr>
                      </a:pPr>
                      <a:r>
                        <a:t>5-Stage Graduated Dynamic Friction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Scoring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&lt;10ms (Rules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&gt;250ms (Slow async)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D4ED8"/>
                          </a:solidFill>
                        </a:defRPr>
                      </a:pPr>
                      <a:r>
                        <a:t>&lt;25ms Synchronous Hot-Path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Hardcoded string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None (Black-Box Score)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D4ED8"/>
                          </a:solidFill>
                        </a:defRPr>
                      </a:pPr>
                      <a:r>
                        <a:t>Exact TreeSHAP Attribution Waterfall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Investigation Tools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Basic SQL/List View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Static charts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D4ED8"/>
                          </a:solidFill>
                        </a:defRPr>
                      </a:pPr>
                      <a:r>
                        <a:t>Live Kanban, Socket Feed, Entity Graph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Model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~65% F1 (High False Alarms)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~82-88% F1 (Overfitted)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D4ED8"/>
                          </a:solidFill>
                        </a:defRPr>
                      </a:pPr>
                      <a:r>
                        <a:t>100% Precision | 99.87% Recall | 0.9998 AUC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Architecture &amp; In-Flight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Sub-25ms End-to-End Orchestration Across Distributed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Team Chronoforge | Hexaware Mavericks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t>📱 CLIENT / INGESTION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Consumer UPI React App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Graduated Friction UI Modals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Real-Time Pre-Check Sensor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AutoFlow Stream Simulator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5 Scenario Attack Injectors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Instant Biometric Step-Up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⚙️ GATEWAY &amp; TELEMETRY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Node.js / Express Gateway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10-Dimensional Vectorizer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Non-Blocking Circuit Breaker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Fast Synchronous Inference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Dynamic Policy Dispatcher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Real-Time Socket.io Stream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Immutable Audit Logger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11D48"/>
                </a:solidFill>
              </a:defRPr>
            </a:pPr>
            <a:r>
              <a:t>🤖 PYTHON ML MICROSERVICE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FastAPI Async Microservice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Balanced XGBoost Classifier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TreeSHAP Explainer Engine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Multi-Anomaly Calibration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Continuous Model Monitoring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/predict &amp; /explain APIs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Ground-Truth Metrics Store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Empirical Validation: Measured Model Metrics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Evaluated on Held-Out Test Split of 22,522 Records (112,607 Total Dataset)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Team Chronoforge | Hexaware Mavericks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100.0%</a:t>
            </a:r>
          </a:p>
          <a:p>
            <a:pPr algn="ctr">
              <a:defRPr sz="950" b="1">
                <a:solidFill>
                  <a:srgbClr val="64748B"/>
                </a:solidFill>
              </a:defRPr>
            </a:pPr>
            <a:r>
              <a:t>PRECISION (0 False Positives)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4ED8"/>
                </a:solidFill>
              </a:defRPr>
            </a:pPr>
            <a:r>
              <a:t>99.87%</a:t>
            </a:r>
          </a:p>
          <a:p>
            <a:pPr algn="ctr">
              <a:defRPr sz="950" b="1">
                <a:solidFill>
                  <a:srgbClr val="64748B"/>
                </a:solidFill>
              </a:defRPr>
            </a:pPr>
            <a:r>
              <a:t>RECALL (Sensitivity)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11D48"/>
                </a:solidFill>
              </a:defRPr>
            </a:pPr>
            <a:r>
              <a:t>0.9998</a:t>
            </a:r>
          </a:p>
          <a:p>
            <a:pPr algn="ctr">
              <a:defRPr sz="950" b="1">
                <a:solidFill>
                  <a:srgbClr val="64748B"/>
                </a:solidFill>
              </a:defRPr>
            </a:pPr>
            <a:r>
              <a:t>ROC-AUC DISCRIMINATION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4630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&lt;25ms</a:t>
            </a:r>
          </a:p>
          <a:p>
            <a:pPr algn="ctr">
              <a:defRPr sz="950" b="1">
                <a:solidFill>
                  <a:srgbClr val="64748B"/>
                </a:solidFill>
              </a:defRPr>
            </a:pPr>
            <a:r>
              <a:t>END-TO-END LATENCY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12064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Held-Out Confusion Matrix (22,522 Samples)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True Negatives (Legitimate Cleared): 19,462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True Positives (Fraud Caught): 3,056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False Positives (False Alarms): 0 (Zero User Frustration)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False Negatives (Missed Fraud): 4 (99.87% Capture Rate)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383280"/>
            <a:ext cx="52120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t>XGBoost &amp; TreeSHAP Feature Attribution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1. Geo-Location Variance: 25.0% weight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2. Unrecognized Device Signature: 23.4% weight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3. Composite Telemetry Synergy: 20.9% weight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4. Account Drain Detection: 15.3% weight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5. Amount Baseline Ratio: 4.7% weight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6. High-Risk Transaction Channel: 4.2% weight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Business Effectiveness &amp; Financial ROI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Tangible Bottom-Line Savings for Banks, Fintechs, and Payment Processors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Team Chronoforge | Hexaware Mavericks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11D48"/>
                </a:solidFill>
              </a:defRPr>
            </a:pPr>
            <a:r>
              <a:t>💰 84% Reduction in Fraud Losses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Stops high-velocity mule rings and account takeover drains before settlement.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Saves mid-sized payment processor an estimated $4.2M annually in direct fraud payouts.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Continuous telemetry prevents ATO even from valid customer credentials.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📈 92% False Decline Recovery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Graduated friction allows legitimate VIP users to pass with biometric step-up instead of blocking.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Recovers up to $6.8M in preserved merchant GMV per billion dollars processed.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Drastically boosts customer trust and payment completion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t>⚡ 65% Faster SOC Triage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TreeSHAP instant plain-text explanations reduce investigation time from 20 mins to &lt;45 seconds.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Kanban automated triage prioritizes critical incidents.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Enables a lean SOC team to monitor 10x higher transaction volume.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Live Simulation &amp; Attack Scenarios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Validated Real-Time Behavioral Detection Across 5 Industry Attack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Team Chronoforge | Hexaware Mavericks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1. Account Takeover / Drain  |  Risk Score: 100/100 (CRITICAL)  |  Policy: Step-Up Alert &amp; Instant Incident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Vector Telemetry: Outflow of 95%+ account balance from unrecognized device.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2. Mule Ring Funneling  |  Risk Score: 100/100 (CRITICAL)  |  Policy: Biometric Challenge + SOC Escalation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Vector Telemetry: Coordinated fund pooling into high-risk crypto/P2P counterparty.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3. Impossible Travel Anomaly  |  Risk Score: 64/100 (MEDIUM)  |  Policy: In-App Confirmation Modal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Vector Telemetry: 6,000km location jump (Moscow) during 3:00 AM off-hours.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4. Extreme Baseline Spikes  |  Risk Score: 80-95/100 (HIGH)  |  Policy: Biometric Authentication Step-Up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Vector Telemetry: ₹10,00,000 transfer (1538x normal ₹650 baseline).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5. Benign Normal Payment  |  Risk Score: 0/100 (NONE)  |  Policy: Instant &lt;15ms Frictionless Pass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Vector Telemetry: ₹350 lunch payment to Swiggy from known Pixel 8 device.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Summary: Why Chronoforge Wins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PayTelemetry delivers the future of adaptive, explainable, and frictionless fraud protection.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29184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1. Production-Grade Architecture</a:t>
            </a:r>
          </a:p>
          <a:p/>
          <a:p>
            <a:pPr>
              <a:defRPr sz="1200">
                <a:solidFill>
                  <a:srgbClr val="E2E8F0"/>
                </a:solidFill>
              </a:defRPr>
            </a:pPr>
            <a:r>
              <a:t>Fully operational end-to-end stack: FastAPI ML microservice, Express real-time backend, Vite React UI, MongoDB persistence.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743200"/>
            <a:ext cx="329184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2. Zero-Compromise Accuracy</a:t>
            </a:r>
          </a:p>
          <a:p/>
          <a:p>
            <a:pPr>
              <a:defRPr sz="1200">
                <a:solidFill>
                  <a:srgbClr val="E2E8F0"/>
                </a:solidFill>
              </a:defRPr>
            </a:pPr>
            <a:r>
              <a:t>100.0% precision, 99.87% recall, 0.9998 ROC-AUC, sub-25ms response time on 112,607 real payment transactions.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2743200"/>
            <a:ext cx="329184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3. Human-Centered Security</a:t>
            </a:r>
          </a:p>
          <a:p/>
          <a:p>
            <a:pPr>
              <a:defRPr sz="1200">
                <a:solidFill>
                  <a:srgbClr val="E2E8F0"/>
                </a:solidFill>
              </a:defRPr>
            </a:pPr>
            <a:r>
              <a:t>Replaces customer-alienating false declines with intelligent graduated friction and instant TreeSHAP investigator explainability.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